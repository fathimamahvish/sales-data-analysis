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Sales Data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Insight Summary and Recommendations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- 250 Sales transactions</a:t>
            </a:r>
          </a:p>
          <a:p>
            <a:r>
              <a:t>- Columns include Order Details, Product Information, Pricing, Sales, and Profit</a:t>
            </a:r>
          </a:p>
          <a:p>
            <a:r>
              <a:t>- Time period: January 2024 onward</a:t>
            </a:r>
          </a:p>
          <a:p>
            <a:r>
              <a:t>- Regions and Customer Segments included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Insight 1: Top Products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Some products contribute significantly higher revenue</a:t>
            </a:r>
          </a:p>
          <a:p>
            <a:r>
              <a:t>- Identifying and promoting these products can boost total sales</a:t>
            </a:r>
          </a:p>
          <a:p>
            <a:r>
              <a:t>- Consider targeted marketing for best-selling items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Insight 2: Regional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Sales vary across regions</a:t>
            </a:r>
          </a:p>
          <a:p>
            <a:r>
              <a:t>- High-performing regions can be leveraged</a:t>
            </a:r>
          </a:p>
          <a:p>
            <a:r>
              <a:t>- Lower-performing regions may need localized promotions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Increase focus on top-performing products</a:t>
            </a:r>
          </a:p>
          <a:p>
            <a:r>
              <a:t>- Develop targeted strategies for weaker regions</a:t>
            </a:r>
          </a:p>
          <a:p>
            <a:r>
              <a:t>- Monitor profitability trends monthly</a:t>
            </a:r>
          </a:p>
          <a:p>
            <a:r>
              <a:t>- Build dashboards to track performance trends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